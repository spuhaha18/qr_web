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144C29-DB3B-DD6D-FE33-80ED960107EF}" v="34" dt="2026-06-18T02:26:40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1E996A-7BE9-ADA6-C759-A7E512332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49" y="0"/>
            <a:ext cx="11564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B0C4A1-23CF-17F1-185C-364D0A398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37" y="0"/>
            <a:ext cx="10061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155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D023EC-931A-0A35-604A-0BDE73690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0"/>
            <a:ext cx="8001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90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88C340-40AB-0D1D-43CC-EB09F030A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843" y="0"/>
            <a:ext cx="10092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25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3755EF-7F04-77F6-9454-4B7BA6054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720" y="0"/>
            <a:ext cx="78585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15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22EA5A-E55E-0700-7462-CE3C9C541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451" y="0"/>
            <a:ext cx="99422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79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9A4F1C-16D4-7748-0BD5-001722C33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0"/>
            <a:ext cx="8001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93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C16075-524A-8440-7DBA-192020032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843" y="0"/>
            <a:ext cx="10092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01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6A02C0-A611-758D-C898-B73B7A148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720" y="0"/>
            <a:ext cx="78585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7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</cp:revision>
  <dcterms:created xsi:type="dcterms:W3CDTF">2026-06-18T01:59:28Z</dcterms:created>
  <dcterms:modified xsi:type="dcterms:W3CDTF">2026-06-18T02:26:47Z</dcterms:modified>
</cp:coreProperties>
</file>