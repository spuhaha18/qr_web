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144C29-DB3B-DD6D-FE33-80ED960107EF}" v="17" dt="2026-06-18T02:03:41.6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71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982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234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96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3469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272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5682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606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6493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513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956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66825D-2B69-4989-8861-A6901ABADB6C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6743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1E996A-7BE9-ADA6-C759-A7E512332C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849" y="0"/>
            <a:ext cx="115643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210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DB0C4A1-23CF-17F1-185C-364D0A3984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337" y="0"/>
            <a:ext cx="100613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1558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8D023EC-931A-0A35-604A-0BDE736909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00" y="0"/>
            <a:ext cx="8001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8909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088C340-40AB-0D1D-43CC-EB09F030A5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843" y="0"/>
            <a:ext cx="100923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254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C3755EF-7F04-77F6-9454-4B7BA6054D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6720" y="0"/>
            <a:ext cx="78585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3154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테마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14</cp:revision>
  <dcterms:created xsi:type="dcterms:W3CDTF">2026-06-18T01:59:28Z</dcterms:created>
  <dcterms:modified xsi:type="dcterms:W3CDTF">2026-06-18T02:12:33Z</dcterms:modified>
</cp:coreProperties>
</file>